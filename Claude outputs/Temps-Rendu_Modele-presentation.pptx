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a2e65edc-9a50-4283-1c53-94d3b91efb33}">
          <p14:sldIdLst>
            <p14:sldId id="256"/>
            <p14:sldId id="257"/>
          </p14:sldIdLst>
        </p14:section>
        <p14:section name="Contenu" id="{9caacdfc-4208-a3d3-a7e6-cb0cfc4daa1e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Clôture" id="{f217d47e-d1cd-7e4c-a18b-7de76f5f12d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Diapositive de titre. Remplacez le titre et le sous-titre. Pour ajouter une diapositive du même modèle : Accueil &gt; Nouvelle diapositive &gt; TR_TITRE.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Sommaire : adaptez le nombre de parties (supprimez une ligne = la pastille et son texte).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TIT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it/logo/temps-rendu-logo-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934642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Titre de la présentation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Sous-titre · client · date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Titre de la partie</a:t>
            </a:r>
            <a:endParaRPr lang="en-US" sz="3600" dirty="0"/>
          </a:p>
        </p:txBody>
      </p:sp>
      <p:pic>
        <p:nvPicPr>
          <p:cNvPr id="4" name="Image 0" descr="/home/claude/kit/logo/temps-rendu-logo-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90872"/>
            <a:ext cx="110551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Titre de la diapositive</a:t>
            </a:r>
            <a:endParaRPr lang="en-US" sz="2800" dirty="0"/>
          </a:p>
        </p:txBody>
      </p:sp>
      <p:pic>
        <p:nvPicPr>
          <p:cNvPr id="3" name="Image 0" descr="/home/claude/kit/logo/temps-rend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90872"/>
            <a:ext cx="110551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TEXT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Titre de la diapositive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spcAft>
                <a:spcPts val="800"/>
              </a:spcAft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Texte</a:t>
            </a:r>
            <a:endParaRPr lang="en-US" sz="1600" dirty="0"/>
          </a:p>
        </p:txBody>
      </p:sp>
      <p:pic>
        <p:nvPicPr>
          <p:cNvPr id="4" name="Image 0" descr="/home/claude/kit/logo/temps-rendu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690872"/>
            <a:ext cx="1105510" cy="21945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_FI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kit/logo/temps-rendu-logo-bla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934642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459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Merci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69748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Coordonnées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Diagnostic des tâches répétitives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3"/>
                </a:solidFill>
              </a:rPr>
              <a:t>Entreprise cliente · Restitution · date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Sommaire</a:t>
            </a:r>
            <a:endParaRPr lang="en-US" sz="2800" dirty="0"/>
          </a:p>
        </p:txBody>
      </p:sp>
      <p:sp>
        <p:nvSpPr>
          <p:cNvPr id="3" name="Numéro 1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80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 constat : où part le temps</a:t>
            </a:r>
            <a:endParaRPr lang="en-US" sz="1800" dirty="0"/>
          </a:p>
        </p:txBody>
      </p:sp>
      <p:sp>
        <p:nvSpPr>
          <p:cNvPr id="6" name="Numéro 2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057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Les tâches prioritaires</a:t>
            </a:r>
            <a:endParaRPr lang="en-US" sz="1800" dirty="0"/>
          </a:p>
        </p:txBody>
      </p:sp>
      <p:sp>
        <p:nvSpPr>
          <p:cNvPr id="9" name="Numéro 3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Les automatisations proposées</a:t>
            </a:r>
            <a:endParaRPr lang="en-US" sz="1800" dirty="0"/>
          </a:p>
        </p:txBody>
      </p:sp>
      <p:sp>
        <p:nvSpPr>
          <p:cNvPr id="12" name="Numéro 4"/>
          <p:cNvSpPr/>
          <p:nvPr/>
        </p:nvSpPr>
        <p:spPr>
          <a:xfrm>
            <a:off x="457200" y="36118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04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611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 plan d'action et le suivi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3716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01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1031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Le constat : où part le temps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 temps rendu en chiffres</a:t>
            </a:r>
            <a:endParaRPr lang="en-US" sz="2800" dirty="0"/>
          </a:p>
        </p:txBody>
      </p:sp>
      <p:sp>
        <p:nvSpPr>
          <p:cNvPr id="3" name="Carte"/>
          <p:cNvSpPr/>
          <p:nvPr/>
        </p:nvSpPr>
        <p:spPr>
          <a:xfrm>
            <a:off x="457200" y="132588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413 h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rendues chaque année à l'équipe</a:t>
            </a:r>
            <a:endParaRPr lang="en-US" sz="1500" dirty="0"/>
          </a:p>
        </p:txBody>
      </p:sp>
      <p:sp>
        <p:nvSpPr>
          <p:cNvPr id="6" name="Carte"/>
          <p:cNvSpPr/>
          <p:nvPr/>
        </p:nvSpPr>
        <p:spPr>
          <a:xfrm>
            <a:off x="3273552" y="132588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547872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59 jours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travail retrouvés</a:t>
            </a:r>
            <a:endParaRPr lang="en-US" sz="1500" dirty="0"/>
          </a:p>
        </p:txBody>
      </p:sp>
      <p:sp>
        <p:nvSpPr>
          <p:cNvPr id="9" name="Carte"/>
          <p:cNvSpPr/>
          <p:nvPr/>
        </p:nvSpPr>
        <p:spPr>
          <a:xfrm>
            <a:off x="6089904" y="1325880"/>
            <a:ext cx="26060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64224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</a:rPr>
              <a:t>1 h 53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5603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par personne et par semaine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Estimation à partir de l'observation de 5 postes · 220 jours travaillés par an.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Ce que nous avons observé</a:t>
            </a:r>
            <a:endParaRPr lang="en-US" sz="2800" dirty="0"/>
          </a:p>
        </p:txBody>
      </p:sp>
      <p:sp>
        <p:nvSpPr>
          <p:cNvPr id="3" name="Pastille icône"/>
          <p:cNvSpPr/>
          <p:nvPr/>
        </p:nvSpPr>
        <p:spPr>
          <a:xfrm>
            <a:off x="457200" y="123444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" y="140589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234440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saisies en double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60020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Les mêmes informations sont tapées dans le tableau de suivi puis dans le logiciel de facturation.</a:t>
            </a:r>
            <a:endParaRPr lang="en-US" sz="1400" dirty="0"/>
          </a:p>
        </p:txBody>
      </p:sp>
      <p:sp>
        <p:nvSpPr>
          <p:cNvPr id="7" name="Pastille icône"/>
          <p:cNvSpPr/>
          <p:nvPr/>
        </p:nvSpPr>
        <p:spPr>
          <a:xfrm>
            <a:off x="457200" y="2258568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430018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2258568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demandes difficiles à retrouver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262432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Les demandes arrivent par mail, téléphone et formulaire, sans liste commune.</a:t>
            </a:r>
            <a:endParaRPr lang="en-US" sz="1400" dirty="0"/>
          </a:p>
        </p:txBody>
      </p:sp>
      <p:sp>
        <p:nvSpPr>
          <p:cNvPr id="11" name="Pastille icône"/>
          <p:cNvSpPr/>
          <p:nvPr/>
        </p:nvSpPr>
        <p:spPr>
          <a:xfrm>
            <a:off x="457200" y="3282696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3454146"/>
            <a:ext cx="342900" cy="3429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3282696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Des relances faites de mémoire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364845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Chacun relance ses clients quand il y pense ; certains devis restent sans suite.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Notre méthode</a:t>
            </a:r>
            <a:endParaRPr lang="en-US" sz="2800" dirty="0"/>
          </a:p>
        </p:txBody>
      </p:sp>
      <p:sp>
        <p:nvSpPr>
          <p:cNvPr id="3" name="Carte"/>
          <p:cNvSpPr/>
          <p:nvPr/>
        </p:nvSpPr>
        <p:spPr>
          <a:xfrm>
            <a:off x="457200" y="1325880"/>
            <a:ext cx="1920240" cy="26517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Diagnostic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Observer le travail réel et mesurer le temps passé.</a:t>
            </a:r>
            <a:endParaRPr lang="en-US" sz="1300" dirty="0"/>
          </a:p>
        </p:txBody>
      </p:sp>
      <p:sp>
        <p:nvSpPr>
          <p:cNvPr id="7" name="Carte"/>
          <p:cNvSpPr/>
          <p:nvPr/>
        </p:nvSpPr>
        <p:spPr>
          <a:xfrm>
            <a:off x="2560320" y="1325880"/>
            <a:ext cx="1920240" cy="26517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88920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788920" y="1965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Priorités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278892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Choisir ce qui rend le plus de temps pour le moins d'effort.</a:t>
            </a:r>
            <a:endParaRPr lang="en-US" sz="1300" dirty="0"/>
          </a:p>
        </p:txBody>
      </p:sp>
      <p:sp>
        <p:nvSpPr>
          <p:cNvPr id="11" name="Carte"/>
          <p:cNvSpPr/>
          <p:nvPr/>
        </p:nvSpPr>
        <p:spPr>
          <a:xfrm>
            <a:off x="4663440" y="1325880"/>
            <a:ext cx="1920240" cy="26517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965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Construction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Mettre en place avec vos outils, tester sur vos vrais cas.</a:t>
            </a:r>
            <a:endParaRPr lang="en-US" sz="1300" dirty="0"/>
          </a:p>
        </p:txBody>
      </p:sp>
      <p:sp>
        <p:nvSpPr>
          <p:cNvPr id="15" name="Carte"/>
          <p:cNvSpPr/>
          <p:nvPr/>
        </p:nvSpPr>
        <p:spPr>
          <a:xfrm>
            <a:off x="6766560" y="1325880"/>
            <a:ext cx="1920240" cy="26517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95160" y="15087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1965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Prise en main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2423160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Former l'équipe à utiliser et ajuster.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Avant et après l'automatisation</a:t>
            </a:r>
            <a:endParaRPr lang="en-US" sz="2800" dirty="0"/>
          </a:p>
        </p:txBody>
      </p:sp>
      <p:sp>
        <p:nvSpPr>
          <p:cNvPr id="3" name="Carte"/>
          <p:cNvSpPr/>
          <p:nvPr/>
        </p:nvSpPr>
        <p:spPr>
          <a:xfrm>
            <a:off x="457200" y="1234440"/>
            <a:ext cx="397764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/>
        </p:spPr>
      </p:sp>
      <p:sp>
        <p:nvSpPr>
          <p:cNvPr id="4" name="Carte"/>
          <p:cNvSpPr/>
          <p:nvPr/>
        </p:nvSpPr>
        <p:spPr>
          <a:xfrm>
            <a:off x="4709160" y="1234440"/>
            <a:ext cx="3977640" cy="3063240"/>
          </a:xfrm>
          <a:prstGeom prst="roundRect">
            <a:avLst>
              <a:gd name="adj" fmla="val 3582"/>
            </a:avLst>
          </a:prstGeom>
          <a:solidFill>
            <a:schemeClr val="tx1"/>
          </a:solidFill>
          <a:ln/>
        </p:spPr>
      </p:sp>
      <p:sp>
        <p:nvSpPr>
          <p:cNvPr id="5" name="Pastille icône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002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Avant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1945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Demandes reçues dans 3 endroits différents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Relances faites à la main, quand on y pense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45 minutes par jour de copier-coller</a:t>
            </a:r>
            <a:endParaRPr lang="en-US" sz="1400" dirty="0"/>
          </a:p>
        </p:txBody>
      </p:sp>
      <p:sp>
        <p:nvSpPr>
          <p:cNvPr id="9" name="Pastille icône"/>
          <p:cNvSpPr/>
          <p:nvPr/>
        </p:nvSpPr>
        <p:spPr>
          <a:xfrm>
            <a:off x="4983480" y="14630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Après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945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Toutes les demandes dans un seul tableau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Relance automatique à J+7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1 h 53 par semaine rendue à chaque personne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Les automatisations prioritaires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Tâche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Temps perdu / semaine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Facilité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Priorité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Relance des devis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h 30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 des demandes entrantes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h 15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Classement des factures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h 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Moyenne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Tableau de bord mensuel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h 10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54864" marB="5486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Prochaines étapes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Valider les 3 automatisations prioritaires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Ouvrir les accès aux outils (Google, logiciel de facturation)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Mise en place et tests : 2 semaines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Prise en main avec l'équipe : 2 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81728"/>
            <a:ext cx="4572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645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Merci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697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 Florence Charquet Mazeres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adresse e-mail · téléphone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chemeClr val="accent2"/>
                </a:solidFill>
              </a:rPr>
              <a:t>Automatiser le répétitif, rendre du temps à vos équipes.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s Rendu">
  <a:themeElements>
    <a:clrScheme name="Temps Rendu">
      <a:dk1>
        <a:srgbClr val="13231E"/>
      </a:dk1>
      <a:lt1>
        <a:srgbClr val="FFFFFF"/>
      </a:lt1>
      <a:dk2>
        <a:srgbClr val="1E332C"/>
      </a:dk2>
      <a:lt2>
        <a:srgbClr val="F4F6F3"/>
      </a:lt2>
      <a:accent1>
        <a:srgbClr val="C98A00"/>
      </a:accent1>
      <a:accent2>
        <a:srgbClr val="F0B43A"/>
      </a:accent2>
      <a:accent3>
        <a:srgbClr val="DCE4E0"/>
      </a:accent3>
      <a:accent4>
        <a:srgbClr val="56655F"/>
      </a:accent4>
      <a:accent5>
        <a:srgbClr val="8A5E00"/>
      </a:accent5>
      <a:accent6>
        <a:srgbClr val="2E5A4E"/>
      </a:accent6>
      <a:hlink>
        <a:srgbClr val="8A5E00"/>
      </a:hlink>
      <a:folHlink>
        <a:srgbClr val="56655F"/>
      </a:folHlink>
    </a:clrScheme>
    <a:fontScheme name="Temps Rendu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Temps Rendu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Modèle de présentation Temps Rendu</dc:title>
  <dc:subject>PptxGenJS Presentation</dc:subject>
  <dc:creator>Temps Rendu</dc:creator>
  <cp:lastModifiedBy>Temps Rendu</cp:lastModifiedBy>
  <cp:revision>1</cp:revision>
  <dcterms:created xsi:type="dcterms:W3CDTF">2026-10-02T19:35:20Z</dcterms:created>
  <dcterms:modified xsi:type="dcterms:W3CDTF">2026-10-02T19:35:20Z</dcterms:modified>
</cp:coreProperties>
</file>